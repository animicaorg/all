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Animica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3774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475569"/>
                </a:solidFill>
              </a:defRPr>
            </a:pPr>
            <a:r>
              <a:t>Deterministic Python VM · Post-Quantum Security · Useful-Work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v1.0 — 2025-11-01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5852160"/>
            <a:ext cx="548640" cy="548640"/>
          </a:xfrm>
          <a:prstGeom prst="ellipse">
            <a:avLst/>
          </a:prstGeom>
          <a:noFill/>
          <a:ln w="508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5989320"/>
            <a:ext cx="128016" cy="128016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784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F172A"/>
                </a:solidFill>
              </a:defRPr>
            </a:pPr>
            <a:r>
              <a:t>• Smart contracts are non-deterministic across environments, complicating audits.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Post-quantum migration paths are unclear for most L1s.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Upgrade governance is risky without machine-readable registries &amp; guardrails.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Deterministic 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Python-VM with a constrained stdlib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Canonical hashing &amp; ABI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Gas-metered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Post-Quantum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Dilithium3 signatures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Kyber-768 KEX (rotatable)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Rotation policies in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Governance, Formalized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Schemas &amp; registries in-repo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Param bounds &amp; CI checks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Safe, staged upgrades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784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F172A"/>
                </a:solidFill>
              </a:defRPr>
            </a:pPr>
            <a:r>
              <a:t>• Explorer + Wallet Extension + Flutter Wallet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DEX + CEX reference implementations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Data Availability layer &amp; Randomness beacons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SDKs: TypeScript &amp;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1.2k+ SDK downloads/mo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&gt;120 contracts deployed on testnet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Avg. 9s block time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&gt;99.9% uptime last 90d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3 launch partners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2 audits in 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$40B+ blockchain infra / 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$8B smart-contract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$500M immediate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Focus: builders &amp; security-sensitive apps (fintech, RWA, compliance).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784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F172A"/>
                </a:solidFill>
              </a:defRPr>
            </a:pPr>
            <a:r>
              <a:t>• Block rewards + fees (on-chain economy)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Enterprise support &amp; managed nodes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Hosted DA / randomness / AICF credits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Grants &amp; ecosystem fund for strategic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784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F172A"/>
                </a:solidFill>
              </a:defRPr>
            </a:pPr>
            <a:r>
              <a:t>• Deterministic Python VM · ABI &amp; gas model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PQ identities: Dilithium3, Kyber-768 (rotatable)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Data Availability: NMT blobs, RS coding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Randomness: VDF + optional QRNG feed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PoIES consensus with fairness caps 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784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F172A"/>
                </a:solidFill>
              </a:defRPr>
            </a:pPr>
            <a:r>
              <a:t>• Q1: Public testnet, SDKs, DEX/CEX refs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Q2: Audits, PQ rotation dry-run, governance boot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Q3: Mainnet candidate, staged rollout, canaries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Q4: Ecosystem programs, AICF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Founder/CEO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Protocol, consensus,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Head of 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Runtime, clients, dev-tools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Head of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517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Partners, grants,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Advisors: cryptography, governance, infra.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548640"/>
            <a:ext cx="15544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0D12"/>
                </a:solidFill>
              </a:defRPr>
            </a:pPr>
            <a:r>
              <a:t>ANIMICA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144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784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F172A"/>
                </a:solidFill>
              </a:defRPr>
            </a:pPr>
            <a:r>
              <a:t>• Seeking: $X seed to mainnet (18 months runway)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Use of proceeds: protocol hires, audits, validator grants</a:t>
            </a:r>
          </a:p>
          <a:p>
            <a:pPr>
              <a:defRPr sz="2600">
                <a:solidFill>
                  <a:srgbClr val="0F172A"/>
                </a:solidFill>
              </a:defRPr>
            </a:pPr>
            <a:r>
              <a:t>• Contact: founders@animica.dev · animica.dev/press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568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B0D12"/>
                </a:solidFill>
              </a:defRPr>
            </a:pPr>
            <a:r>
              <a:t>Animica — animica.dev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